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56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6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94AD4CD-6AE1-45B2-91C4-A8756A9C900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104866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6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97BF76-CE12-41B2-877C-D0FA5B2DEF07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"/>
          <p:cNvSpPr>
            <a:spLocks noGrp="1"/>
          </p:cNvSpPr>
          <p:nvPr>
            <p:ph type="body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F69F352-E4B5-462E-8FBD-0CB63A8C4DCB}" type="datetime1">
              <a:rPr lang="en-US" smtClean="0"/>
              <a:t>1/5/2026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2EF834-27D6-438A-80CD-4DAE0E4EA522}" type="datetime1">
              <a:rPr lang="en-US" smtClean="0"/>
              <a:t>1/5/2026</a:t>
            </a:fld>
            <a:endParaRPr lang="en-US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CB4F70D-7826-4586-8900-C6C037B5AC82}" type="datetime1">
              <a:rPr lang="en-US" smtClean="0"/>
              <a:t>1/5/2026</a:t>
            </a:fld>
            <a:endParaRPr lang="en-US"/>
          </a:p>
        </p:txBody>
      </p:sp>
      <p:sp>
        <p:nvSpPr>
          <p:cNvPr id="10486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7394443-996B-4E0D-A887-560784341E3E}" type="datetime1">
              <a:rPr lang="en-US" smtClean="0"/>
              <a:t>1/5/2026</a:t>
            </a:fld>
            <a:endParaRPr lang="en-US"/>
          </a:p>
        </p:txBody>
      </p:sp>
      <p:sp>
        <p:nvSpPr>
          <p:cNvPr id="10486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BDD723E-BD8D-4852-9F8E-B409F2FFFAB6}" type="datetime1">
              <a:rPr lang="en-US" smtClean="0"/>
              <a:t>1/5/2026</a:t>
            </a:fld>
            <a:endParaRPr lang="en-US"/>
          </a:p>
        </p:txBody>
      </p:sp>
      <p:sp>
        <p:nvSpPr>
          <p:cNvPr id="104865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9AF174A-61F1-4C96-B98F-56AA2F4DE864}" type="datetime1">
              <a:rPr lang="en-US" smtClean="0"/>
              <a:t>1/5/2026</a:t>
            </a:fld>
            <a:endParaRPr lang="en-US"/>
          </a:p>
        </p:txBody>
      </p:sp>
      <p:sp>
        <p:nvSpPr>
          <p:cNvPr id="104861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5638602-C80E-46ED-AE6E-C8466C65959D}" type="datetime1">
              <a:rPr lang="en-US" smtClean="0"/>
              <a:t>1/5/2026</a:t>
            </a:fld>
            <a:endParaRPr lang="en-US"/>
          </a:p>
        </p:txBody>
      </p:sp>
      <p:sp>
        <p:nvSpPr>
          <p:cNvPr id="104865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E0CCBDA-E3D0-490D-8D3F-7C09E4ADA3D5}" type="datetime1">
              <a:rPr lang="en-US" smtClean="0"/>
              <a:t>1/5/2026</a:t>
            </a:fld>
            <a:endParaRPr lang="en-US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0348888-3CFD-4F1B-B77E-CD0B0B6E6A30}" type="datetime1">
              <a:rPr lang="en-US" smtClean="0"/>
              <a:t>1/5/2026</a:t>
            </a:fld>
            <a:endParaRPr lang="en-US"/>
          </a:p>
        </p:txBody>
      </p:sp>
      <p:sp>
        <p:nvSpPr>
          <p:cNvPr id="104862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C25B468-3301-42D3-997F-89FFBA742AE3}" type="datetime1">
              <a:rPr lang="en-US" smtClean="0"/>
              <a:t>1/5/2026</a:t>
            </a:fld>
            <a:endParaRPr lang="en-US"/>
          </a:p>
        </p:txBody>
      </p:sp>
      <p:sp>
        <p:nvSpPr>
          <p:cNvPr id="10486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64BA854-F646-43FD-8514-846CBDEBC281}" type="datetime1">
              <a:rPr lang="en-US" smtClean="0"/>
              <a:t>1/5/2026</a:t>
            </a:fld>
            <a:endParaRPr lang="en-US"/>
          </a:p>
        </p:txBody>
      </p:sp>
      <p:sp>
        <p:nvSpPr>
          <p:cNvPr id="10486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98C2E-5EF0-434D-9E86-650A734EA91B}" type="datetime1">
              <a:rPr lang="en-US" smtClean="0"/>
              <a:t>1/5/2026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84218-4AC5-4CA9-B631-7E965F183D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685799" y="160338"/>
            <a:ext cx="7772400" cy="1470025"/>
          </a:xfrm>
        </p:spPr>
        <p:txBody>
          <a:bodyPr/>
          <a:p>
            <a:r>
              <a:rPr dirty="0" lang="en-US" smtClean="0">
                <a:latin typeface="Times New Roman" pitchFamily="18" charset="0"/>
                <a:cs typeface="Times New Roman" pitchFamily="18" charset="0"/>
              </a:rPr>
              <a:t>TITLE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1</a:t>
            </a:fld>
            <a:endParaRPr lang="en-US"/>
          </a:p>
        </p:txBody>
      </p:sp>
      <p:sp>
        <p:nvSpPr>
          <p:cNvPr id="1048588" name="AutoShape 2" descr="Vistas Logo W 1920px X H 1080px (1)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/>
          <a:noFill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endParaRPr lang="en-US"/>
          </a:p>
        </p:txBody>
      </p:sp>
      <p:sp>
        <p:nvSpPr>
          <p:cNvPr id="1048589" name="AutoShape 4" descr="Vistas Logo W 1920px X H 1080px (1)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/>
          <a:noFill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endParaRPr lang="en-US"/>
          </a:p>
        </p:txBody>
      </p:sp>
      <p:sp>
        <p:nvSpPr>
          <p:cNvPr id="1048590" name=""/>
          <p:cNvSpPr txBox="1"/>
          <p:nvPr/>
        </p:nvSpPr>
        <p:spPr>
          <a:xfrm>
            <a:off x="307975" y="584581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altLang="en-IN" sz="2800" lang="en-US">
                <a:solidFill>
                  <a:srgbClr val="000000"/>
                </a:solidFill>
              </a:rPr>
              <a:t>A</a:t>
            </a:r>
            <a:r>
              <a:rPr altLang="en-IN" sz="2800" lang="en-US">
                <a:solidFill>
                  <a:srgbClr val="000000"/>
                </a:solidFill>
              </a:rPr>
              <a:t>U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H</a:t>
            </a:r>
            <a:r>
              <a:rPr altLang="en-IN" sz="2800" lang="en-US">
                <a:solidFill>
                  <a:srgbClr val="000000"/>
                </a:solidFill>
              </a:rPr>
              <a:t>O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591" name=""/>
          <p:cNvSpPr txBox="1"/>
          <p:nvPr/>
        </p:nvSpPr>
        <p:spPr>
          <a:xfrm>
            <a:off x="5929812" y="5845809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altLang="en-IN" sz="2800" lang="en-US">
                <a:solidFill>
                  <a:srgbClr val="000000"/>
                </a:solidFill>
              </a:rPr>
              <a:t>P</a:t>
            </a:r>
            <a:r>
              <a:rPr altLang="en-IN" sz="2800" lang="en-US">
                <a:solidFill>
                  <a:srgbClr val="000000"/>
                </a:solidFill>
              </a:rPr>
              <a:t>R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S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N</a:t>
            </a:r>
            <a:r>
              <a:rPr altLang="en-IN" sz="2800" lang="en-US">
                <a:solidFill>
                  <a:srgbClr val="000000"/>
                </a:solidFill>
              </a:rPr>
              <a:t>T</a:t>
            </a:r>
            <a:r>
              <a:rPr altLang="en-IN" sz="2800" lang="en-US">
                <a:solidFill>
                  <a:srgbClr val="000000"/>
                </a:solidFill>
              </a:rPr>
              <a:t>E</a:t>
            </a:r>
            <a:r>
              <a:rPr altLang="en-IN" sz="2800" lang="en-US">
                <a:solidFill>
                  <a:srgbClr val="000000"/>
                </a:solidFill>
              </a:rPr>
              <a:t>D</a:t>
            </a:r>
            <a:r>
              <a:rPr altLang="en-IN" sz="2800" lang="en-US">
                <a:solidFill>
                  <a:srgbClr val="000000"/>
                </a:solidFill>
              </a:rPr>
              <a:t> </a:t>
            </a:r>
            <a:r>
              <a:rPr altLang="en-IN" sz="2800" lang="en-US">
                <a:solidFill>
                  <a:srgbClr val="000000"/>
                </a:solidFill>
              </a:rPr>
              <a:t>B</a:t>
            </a:r>
            <a:r>
              <a:rPr altLang="en-IN" sz="2800" lang="en-US">
                <a:solidFill>
                  <a:srgbClr val="000000"/>
                </a:solidFill>
              </a:rPr>
              <a:t>Y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A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CT 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dirty="0" lang="en-US" smtClean="0">
                <a:latin typeface="Times New Roman" pitchFamily="18" charset="0"/>
                <a:cs typeface="Times New Roman" pitchFamily="18" charset="0"/>
              </a:rPr>
              <a:t>LITERATURE SURVEY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 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19430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828800"/>
                <a:gridCol w="914400"/>
                <a:gridCol w="1371600"/>
                <a:gridCol w="1371600"/>
              </a:tblGrid>
              <a:tr h="370840">
                <a:tc>
                  <a:txBody>
                    <a:bodyPr/>
                    <a:p>
                      <a:r>
                        <a:rPr dirty="0" lang="en-US" smtClean="0"/>
                        <a:t>Author,</a:t>
                      </a:r>
                      <a:r>
                        <a:rPr baseline="0" dirty="0" lang="en-US" smtClean="0"/>
                        <a:t> Year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lang="en-US" smtClean="0"/>
                        <a:t>TITLE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lang="en-US" smtClean="0"/>
                        <a:t>CONCEPT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lang="en-US" smtClean="0"/>
                        <a:t>PROS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lang="en-US" smtClean="0"/>
                        <a:t>CONS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lang="en-US" smtClean="0"/>
                        <a:t>TOOLS USED</a:t>
                      </a:r>
                      <a:endParaRPr dirty="0" lang="en-US"/>
                    </a:p>
                  </a:txBody>
                </a:tc>
              </a:tr>
              <a:tr h="370840"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lang="en-US"/>
                    </a:p>
                  </a:txBody>
                </a:tc>
                <a:tc>
                  <a:txBody>
                    <a:bodyPr/>
                    <a:p>
                      <a:endParaRPr dirty="0" lang="en-US"/>
                    </a:p>
                  </a:txBody>
                </a:tc>
              </a:tr>
            </a:tbl>
          </a:graphicData>
        </a:graphic>
      </p:graphicFrame>
      <p:sp>
        <p:nvSpPr>
          <p:cNvPr id="104860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LOGY 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dirty="0" lang="en-US" smtClean="0">
                <a:latin typeface="Times New Roman" pitchFamily="18" charset="0"/>
                <a:cs typeface="Times New Roman" pitchFamily="18" charset="0"/>
              </a:rPr>
              <a:t>RESULTS AND DISCUSSION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/>
            <a:r>
              <a:rPr dirty="0" lang="en-US" smtClean="0"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altLang="en-IN" dirty="0" lang="en-US" smtClean="0">
                <a:latin typeface="Times New Roman" pitchFamily="18" charset="0"/>
                <a:cs typeface="Times New Roman" pitchFamily="18" charset="0"/>
              </a:rPr>
              <a:t> 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8A84218-4AC5-4CA9-B631-7E965F183D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TITLE</dc:title>
  <dc:creator>thilak p</dc:creator>
  <cp:lastModifiedBy>thilak p</cp:lastModifiedBy>
  <dcterms:created xsi:type="dcterms:W3CDTF">2024-08-07T04:38:14Z</dcterms:created>
  <dcterms:modified xsi:type="dcterms:W3CDTF">2026-03-28T06:14:10Z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1f52773b18a8444581aaf06d25bb41c5</vt:lpwstr>
  </property>
</Properties>
</file>